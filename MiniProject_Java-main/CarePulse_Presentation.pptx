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1274552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CarePulse: Hospital Management System | Group No. 3 | Subject: Java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rial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000000"/>
                </a:solidFill>
                <a:latin typeface="Arial"/>
              </a:rPr>
              <a:t>CarePulse:
Hospital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36576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Group No. 3
Subject: Java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1274552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CarePulse: Hospital Management System | Group No. 3 | Subject: Java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Arial"/>
              </a:rPr>
              <a:t>1. Problem &amp;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Why we built CarePulse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■  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    Traditional hospitals rely heavily on paper records. This results in slow data retrieval, increased error rates, and difficulty in auditing medical histories.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■  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    CarePulse is a comprehensive, digital desktop application built to unify patient registration, doctor schedules, and billing into one seamless 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■  Technical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    Developed in pure Java SE 11+ using Java Swing. No external databases are used. Data is managed purely in-memory via optimized Data Structures.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1274552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CarePulse: Hospital Management System | Group No. 3 | Subject: Java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Arial"/>
              </a:rPr>
              <a:t>2. 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MVC (Model-View-Controller) Pattern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2286000" cy="137160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UI Layer
(Swing Panels)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286000"/>
            <a:ext cx="2286000" cy="137160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Service Layer
(HospitalService)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286000"/>
            <a:ext cx="2286000" cy="137160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Model Layer
(POJOs)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2971800.0"/>
            <a:ext cx="1828800" cy="0.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2971800.0"/>
            <a:ext cx="1828800" cy="0.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7160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View:
Captures user inputs via JTextFields &amp; buttons.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Controller:
Validates data and mutates underlying HashMaps.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Model:
Encapsulates Patient and Doctor data safely.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1274552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CarePulse: Hospital Management System | Group No. 3 | Subject: Java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Arial"/>
              </a:rPr>
              <a:t>3. Dashboard &amp;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Real-time analytics and circular buffers</a:t>
            </a:r>
          </a:p>
        </p:txBody>
      </p:sp>
      <p:pic>
        <p:nvPicPr>
          <p:cNvPr id="8" name="Picture 7" descr="media_17900174476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85800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Data Structure: Array (O(1))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37744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The Dashboard retrieves live sizes of the HashMaps and LinkedLists to calculate Key Performance Indicators.
The 'Recently Registered Patients' table utilizes a fixed-size Java Array (String[5]) operating as a circular buffer, ensuring instant O(1) index access without memory overhead.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1274552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CarePulse: Hospital Management System | Group No. 3 | Subject: Java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Arial"/>
              </a:rPr>
              <a:t>4. Registration &amp; Directories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O(1) lookups via HashMaps</a:t>
            </a:r>
          </a:p>
        </p:txBody>
      </p:sp>
      <p:pic>
        <p:nvPicPr>
          <p:cNvPr id="8" name="Picture 7" descr="media_1790017471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303520" cy="3291840"/>
          </a:xfrm>
          <a:prstGeom prst="rect">
            <a:avLst/>
          </a:prstGeom>
        </p:spPr>
      </p:pic>
      <p:pic>
        <p:nvPicPr>
          <p:cNvPr id="9" name="Picture 8" descr="media_1790017478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30352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Data Structure: HashMap&lt;String, Patient&gt; (O(1))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When a patient is registered, they are stored in a HashMap using their ID as the key. This allows the receptionist to search for 'PAT-1004' and retrieve the full demographic profile instantly in O(1) constant time, entirely bypassing the need to iterate through lists.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1274552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CarePulse: Hospital Management System | Group No. 3 | Subject: Java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Arial"/>
              </a:rPr>
              <a:t>5. Appointments &amp; Queues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Strict FIFO ordering via LinkedLists</a:t>
            </a:r>
          </a:p>
        </p:txBody>
      </p:sp>
      <p:pic>
        <p:nvPicPr>
          <p:cNvPr id="8" name="Picture 7" descr="media_17900174933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85800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Data Structure: LinkedList (O(1) Insertion)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37744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Clinical appointments are inherently First-In-First-Out (FIFO). We utilized a Java LinkedList rather than an ArrayList.
Inserting a new appointment at the tail (booking) or removing it from the head (completion) takes exact O(1) time. An ArrayList would require shifting all elements, causing O(n)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1274552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CarePulse: Hospital Management System | Group No. 3 | Subject: Java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Arial"/>
              </a:rPr>
              <a:t>6. Clinical Records &amp; Billing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Data association and financial computation</a:t>
            </a:r>
          </a:p>
        </p:txBody>
      </p:sp>
      <p:pic>
        <p:nvPicPr>
          <p:cNvPr id="8" name="Picture 7" descr="media_17900183396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303520" cy="3291840"/>
          </a:xfrm>
          <a:prstGeom prst="rect">
            <a:avLst/>
          </a:prstGeom>
        </p:spPr>
      </p:pic>
      <p:pic>
        <p:nvPicPr>
          <p:cNvPr id="9" name="Picture 8" descr="media_17900183504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30352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Clinical &amp; Financial 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Post-consultation, doctors append diagnoses to the patient's ID. Simultaneously, the Billing module aggregates consultation fees, lab costs, and taxes to generate a final invoice. These records are securely associated with the Patient object in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1274552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CarePulse: Hospital Management System | Group No. 3 | Subject: Java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Arial"/>
              </a:rPr>
              <a:t>7. Sorted Patient Directory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O(log n) automatic sorting via TreeMaps</a:t>
            </a:r>
          </a:p>
        </p:txBody>
      </p:sp>
      <p:pic>
        <p:nvPicPr>
          <p:cNvPr id="8" name="Picture 7" descr="media_1790018364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85800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Data Structure: TreeMap (O(log n))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37744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Administrators frequently need to view patients alphabetically. Instead of running a sorting algorithm (like Bubble Sort at O(n^2)) every time the view is opened, we dual-insert patients into a TreeMap.
The TreeMap self-balances in O(log n) time upon insertion, meaning the sorted view renders instantly with zero calculation latency.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1274552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CarePulse: Hospital Management System | Group No. 3 | Subject: Java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Arial"/>
              </a:rPr>
              <a:t>8. Object-Oriented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Core Java concepts 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■  Singleton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    The HospitalService class implements Singleton. A private constructor and static getInstance() method ensures only one centralized data store exists across all UI panels.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■  Encapsulation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    All variables in Patient and Doctor classes are private. Mutations can only occur through validated public setter methods, protecting the system from invalid data 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■  Comparable Interface (Polymorphism)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    To enable the TreeMap to sort automatically, the Patient class implements Comparable&lt;Patient&gt; and overrides the compareTo() method, allowing polymorphism in sorting mechanisms.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■  Thread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    Key data mutation methods in the Singleton service are marked 'synchronized', preventing data corruption if multiple threads attempt to modify queues simultaneously.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1274552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CarePulse: Hospital Management System | Group No. 3 | Subject: Java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Arial"/>
              </a:rPr>
              <a:t>9. Conclusion &amp; 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Final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■  Goal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    Successfully digitized paper records with zero-latency lookups using optimal Data Structures (HashMap, TreeMap, LinkedList, Array).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■  UI/UX 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    Delivered 7 distinct UI panels using Java Swing CardLayout for seamless navigation.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■  Future Scope: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    Integrating MySQL/PostgreSQL to persist the HashMap and LinkedList data permanently to disk.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■  Future Scope: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    Adding role-based login (Admin vs Doctor) to securely restrict access to medical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